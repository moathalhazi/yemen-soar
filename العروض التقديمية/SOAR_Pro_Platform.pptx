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8FB"/>
    <a:srgbClr val="3E414C"/>
    <a:srgbClr val="191D27"/>
    <a:srgbClr val="F4F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6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4" y="35011"/>
            <a:ext cx="16256000" cy="9144000"/>
          </a:xfrm>
          <a:prstGeom prst="rect">
            <a:avLst/>
          </a:prstGeom>
        </p:spPr>
      </p:pic>
      <p:sp>
        <p:nvSpPr>
          <p:cNvPr id="3" name="مستطيل 2"/>
          <p:cNvSpPr/>
          <p:nvPr/>
        </p:nvSpPr>
        <p:spPr>
          <a:xfrm>
            <a:off x="4811584" y="6071287"/>
            <a:ext cx="2895600" cy="5334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MA" sz="2400" dirty="0" smtClean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إعداد المهندسين:</a:t>
            </a:r>
            <a:endParaRPr lang="en-US" sz="2400" dirty="0">
              <a:solidFill>
                <a:srgbClr val="3E414C"/>
              </a:solidFill>
              <a:latin typeface="Cairo ExtraBold" pitchFamily="2" charset="-78"/>
              <a:cs typeface="Cairo ExtraBold" pitchFamily="2" charset="-78"/>
            </a:endParaRPr>
          </a:p>
        </p:txBody>
      </p:sp>
      <p:sp>
        <p:nvSpPr>
          <p:cNvPr id="6" name="مستطيل مستدير الزوايا 5"/>
          <p:cNvSpPr/>
          <p:nvPr/>
        </p:nvSpPr>
        <p:spPr>
          <a:xfrm>
            <a:off x="10297984" y="7080937"/>
            <a:ext cx="5029200" cy="196215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r>
              <a:rPr lang="ar-MA" sz="2000" dirty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إشراف: د. هشام عقلان</a:t>
            </a:r>
            <a:br>
              <a:rPr lang="ar-MA" sz="2000" dirty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</a:br>
            <a:r>
              <a:rPr lang="ar-MA" sz="2000" dirty="0" smtClean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كلية</a:t>
            </a:r>
            <a:r>
              <a:rPr lang="en-US" sz="2000" dirty="0" smtClean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:</a:t>
            </a:r>
            <a:r>
              <a:rPr lang="ar-MA" sz="2000" dirty="0" smtClean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 </a:t>
            </a:r>
            <a:r>
              <a:rPr lang="ar-MA" sz="2000" dirty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الحاسوب وتكنولوجيا المعلومات</a:t>
            </a:r>
            <a:br>
              <a:rPr lang="ar-MA" sz="2000" dirty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</a:br>
            <a:r>
              <a:rPr lang="ar-MA" sz="2000" dirty="0" smtClean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تخصص</a:t>
            </a:r>
            <a:r>
              <a:rPr lang="en-US" sz="2000" dirty="0" smtClean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:</a:t>
            </a:r>
            <a:r>
              <a:rPr lang="ar-MA" sz="2000" dirty="0" smtClean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 </a:t>
            </a:r>
            <a:r>
              <a:rPr lang="ar-MA" sz="2000" dirty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الامن </a:t>
            </a:r>
            <a:r>
              <a:rPr lang="ar-MA" sz="2000" dirty="0" err="1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السيبراني</a:t>
            </a:r>
            <a:r>
              <a:rPr lang="ar-MA" sz="2000" dirty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 </a:t>
            </a:r>
          </a:p>
          <a:p>
            <a:pPr algn="r" rtl="1">
              <a:lnSpc>
                <a:spcPct val="150000"/>
              </a:lnSpc>
            </a:pPr>
            <a:r>
              <a:rPr lang="en-US" sz="2000" dirty="0">
                <a:solidFill>
                  <a:srgbClr val="3E414C"/>
                </a:solidFill>
                <a:latin typeface="Cairo ExtraBold" pitchFamily="2" charset="-78"/>
                <a:cs typeface="Cairo ExtraBold" pitchFamily="2" charset="-78"/>
              </a:rPr>
              <a:t>2026</a:t>
            </a:r>
            <a:endParaRPr lang="ar-MA" sz="2000" dirty="0">
              <a:solidFill>
                <a:srgbClr val="3E414C"/>
              </a:solidFill>
              <a:latin typeface="Cairo ExtraBold" pitchFamily="2" charset="-78"/>
              <a:cs typeface="Cairo ExtraBold" pitchFamily="2" charset="-78"/>
            </a:endParaRPr>
          </a:p>
        </p:txBody>
      </p:sp>
      <p:sp>
        <p:nvSpPr>
          <p:cNvPr id="5" name="مستطيل مستدير الزوايا 4"/>
          <p:cNvSpPr/>
          <p:nvPr/>
        </p:nvSpPr>
        <p:spPr>
          <a:xfrm>
            <a:off x="1346200" y="4343400"/>
            <a:ext cx="13944600" cy="15240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r>
              <a:rPr lang="ar-MA" sz="4400" dirty="0" smtClean="0">
                <a:solidFill>
                  <a:srgbClr val="3E414C"/>
                </a:solidFill>
                <a:latin typeface="Cairo Black" pitchFamily="2" charset="-78"/>
                <a:cs typeface="Cairo Black" pitchFamily="2" charset="-78"/>
              </a:rPr>
              <a:t>منصة الاستجابة الآلية للحوادث </a:t>
            </a:r>
            <a:r>
              <a:rPr lang="ar-MA" sz="4400" dirty="0" err="1" smtClean="0">
                <a:solidFill>
                  <a:srgbClr val="3E414C"/>
                </a:solidFill>
                <a:latin typeface="Cairo Black" pitchFamily="2" charset="-78"/>
                <a:cs typeface="Cairo Black" pitchFamily="2" charset="-78"/>
              </a:rPr>
              <a:t>السيبرانية</a:t>
            </a:r>
            <a:r>
              <a:rPr lang="ar-MA" sz="4400" dirty="0" smtClean="0">
                <a:solidFill>
                  <a:srgbClr val="3E414C"/>
                </a:solidFill>
                <a:latin typeface="Cairo Black" pitchFamily="2" charset="-78"/>
                <a:cs typeface="Cairo Black" pitchFamily="2" charset="-78"/>
              </a:rPr>
              <a:t> </a:t>
            </a:r>
            <a:r>
              <a:rPr lang="en-US" sz="4400" dirty="0" smtClean="0">
                <a:solidFill>
                  <a:srgbClr val="3E414C"/>
                </a:solidFill>
                <a:latin typeface="Cairo Black" pitchFamily="2" charset="-78"/>
                <a:cs typeface="Cairo Black" pitchFamily="2" charset="-78"/>
              </a:rPr>
              <a:t>(SOAR Pro)</a:t>
            </a:r>
            <a:endParaRPr lang="ar-MA" sz="4400" dirty="0">
              <a:solidFill>
                <a:srgbClr val="3E414C"/>
              </a:solidFill>
              <a:latin typeface="Cairo Black" pitchFamily="2" charset="-78"/>
              <a:cs typeface="Cairo Black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18</Words>
  <Application>Microsoft Office PowerPoint</Application>
  <PresentationFormat>مخصص</PresentationFormat>
  <Paragraphs>4</Paragraphs>
  <Slides>15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20" baseType="lpstr">
      <vt:lpstr>Arial</vt:lpstr>
      <vt:lpstr>Cairo Black</vt:lpstr>
      <vt:lpstr>Cairo ExtraBold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cp:lastModifiedBy>Maher</cp:lastModifiedBy>
  <cp:revision>11</cp:revision>
  <dcterms:created xsi:type="dcterms:W3CDTF">2006-08-16T00:00:00Z</dcterms:created>
  <dcterms:modified xsi:type="dcterms:W3CDTF">2026-03-09T10:10:28Z</dcterms:modified>
</cp:coreProperties>
</file>