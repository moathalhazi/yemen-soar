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74" r:id="rId6"/>
    <p:sldId id="260" r:id="rId7"/>
    <p:sldId id="275" r:id="rId8"/>
    <p:sldId id="273" r:id="rId9"/>
    <p:sldId id="272" r:id="rId10"/>
    <p:sldId id="276" r:id="rId11"/>
    <p:sldId id="277" r:id="rId12"/>
    <p:sldId id="279" r:id="rId13"/>
    <p:sldId id="278" r:id="rId14"/>
    <p:sldId id="270" r:id="rId15"/>
  </p:sldIdLst>
  <p:sldSz cx="17462500" cy="97536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iro ExtraBold" pitchFamily="2" charset="-78"/>
      <p:bold r:id="rId20"/>
    </p:embeddedFont>
    <p:embeddedFont>
      <p:font typeface="Akhbar MT" pitchFamily="2" charset="-78"/>
      <p:regular r:id="rId21"/>
      <p:bold r:id="rId22"/>
    </p:embeddedFont>
    <p:embeddedFont>
      <p:font typeface="Baskerville Old Face" panose="02020602080505020303" pitchFamily="18" charset="0"/>
      <p:regular r:id="rId23"/>
    </p:embeddedFont>
    <p:embeddedFont>
      <p:font typeface="Tajawal" panose="00000500000000000000" pitchFamily="2" charset="-78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C71"/>
    <a:srgbClr val="008000"/>
    <a:srgbClr val="38B66B"/>
    <a:srgbClr val="5DCD8A"/>
    <a:srgbClr val="56D4C5"/>
    <a:srgbClr val="5CA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38" autoAdjust="0"/>
    <p:restoredTop sz="94622" autoAdjust="0"/>
  </p:normalViewPr>
  <p:slideViewPr>
    <p:cSldViewPr>
      <p:cViewPr varScale="1">
        <p:scale>
          <a:sx n="52" d="100"/>
          <a:sy n="52" d="100"/>
        </p:scale>
        <p:origin x="24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475E2-ACD3-2DC4-BC6F-CB0C8E17B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1" y="609600"/>
            <a:ext cx="15925800" cy="13716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1" y="833735"/>
            <a:ext cx="1645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YE" sz="5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مشروعنا: منصة </a:t>
            </a:r>
            <a:r>
              <a:rPr lang="en-US" sz="5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SOAR</a:t>
            </a:r>
            <a:r>
              <a:rPr lang="ar-YE" sz="5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 ذكية لإتقان الاستجابة للحوادث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  <a:latin typeface="Cairo ExtraBold" pitchFamily="2" charset="-78"/>
              <a:cs typeface="Cairo ExtraBold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453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78EBB0-B43F-7E02-23C4-834D70C86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250" y="5943600"/>
            <a:ext cx="3048000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CECC33-C7CF-B0C5-B299-2305A3B23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50" y="8067675"/>
            <a:ext cx="4038600" cy="859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46102-7B04-384D-449F-95150D1F1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0478" y="5895975"/>
            <a:ext cx="1690181" cy="1608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B868D8-3969-7486-D12A-718B45473D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5" t="39034" r="-211" b="19294"/>
          <a:stretch>
            <a:fillRect/>
          </a:stretch>
        </p:blipFill>
        <p:spPr>
          <a:xfrm>
            <a:off x="13074650" y="7543800"/>
            <a:ext cx="2389438" cy="455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701D3B-9957-867F-6D3C-852705BAAA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48" t="37611" r="3300" b="8224"/>
          <a:stretch>
            <a:fillRect/>
          </a:stretch>
        </p:blipFill>
        <p:spPr>
          <a:xfrm>
            <a:off x="12520645" y="8046880"/>
            <a:ext cx="4287805" cy="8800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D1E4B2-B442-D262-0851-1D5B95B9A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090400" y="8469262"/>
            <a:ext cx="1448038" cy="4576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D35CD1-2CD8-D117-EB13-13A9DA903E86}"/>
              </a:ext>
            </a:extLst>
          </p:cNvPr>
          <p:cNvSpPr txBox="1"/>
          <p:nvPr/>
        </p:nvSpPr>
        <p:spPr>
          <a:xfrm flipH="1">
            <a:off x="6410325" y="8067675"/>
            <a:ext cx="495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YE" sz="2400" b="1" dirty="0">
                <a:latin typeface="Tajawal" panose="00000500000000000000" pitchFamily="2" charset="-78"/>
                <a:cs typeface="Tajawal" panose="00000500000000000000" pitchFamily="2" charset="-78"/>
              </a:rPr>
              <a:t>تجميع مصادر المراقبة والبيانات الأمنية في لوحة واحدة تمنح رؤية شاملة للحوادث.</a:t>
            </a:r>
            <a:endParaRPr lang="en-US" sz="2400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808F80-D905-E201-B1C3-49B9215E6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3" y="274425"/>
            <a:ext cx="16541750" cy="2362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474C50-6F3D-A085-7A16-8BAD1C5FBF63}"/>
              </a:ext>
            </a:extLst>
          </p:cNvPr>
          <p:cNvSpPr txBox="1"/>
          <p:nvPr/>
        </p:nvSpPr>
        <p:spPr>
          <a:xfrm>
            <a:off x="672823" y="838200"/>
            <a:ext cx="15888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YE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القيمة </a:t>
            </a:r>
            <a:r>
              <a:rPr lang="ar-YE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الاستراتيجية : تمكن المحللين وتعزيز النضج الأمني</a:t>
            </a:r>
            <a:endParaRPr 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Cairo ExtraBold" pitchFamily="2" charset="-78"/>
              <a:cs typeface="Cairo ExtraBold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03D767-80E0-6C71-4572-221B2B068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19" y="1828800"/>
            <a:ext cx="16063662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8EBB0-B43F-7E02-23C4-834D70C86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50" y="421432"/>
            <a:ext cx="157734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124" y="838200"/>
            <a:ext cx="167449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YE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حالة استخدام: </a:t>
            </a:r>
            <a:r>
              <a:rPr lang="ar-YE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أتمتة</a:t>
            </a:r>
            <a:r>
              <a:rPr lang="ar-YE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 الاستجابة لهجوم تصعيد لإلكتروني (</a:t>
            </a:r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Phishing</a:t>
            </a:r>
            <a:r>
              <a:rPr lang="ar-YE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)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Cairo ExtraBold" pitchFamily="2" charset="-78"/>
              <a:cs typeface="Cairo ExtraBold" pitchFamily="2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8EBB0-B43F-7E02-23C4-834D70C86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850" y="304800"/>
            <a:ext cx="11201400" cy="16078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81475" y="693211"/>
            <a:ext cx="9328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YE" sz="4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iro ExtraBold" pitchFamily="2" charset="-78"/>
                <a:cs typeface="Cairo ExtraBold" pitchFamily="2" charset="-78"/>
              </a:rPr>
              <a:t>التوجهات والتوصيات المستقبلية</a:t>
            </a:r>
            <a:endParaRPr lang="en-US" sz="4800" dirty="0">
              <a:solidFill>
                <a:schemeClr val="tx1">
                  <a:lumMod val="85000"/>
                  <a:lumOff val="15000"/>
                </a:schemeClr>
              </a:solidFill>
              <a:latin typeface="Cairo ExtraBold" pitchFamily="2" charset="-78"/>
              <a:cs typeface="Cairo ExtraBold" pitchFamily="2" charset="-7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03" y="0"/>
            <a:ext cx="17475203" cy="9753600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8EBB0-B43F-7E02-23C4-834D70C86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050" y="5943600"/>
            <a:ext cx="8458200" cy="3352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BEDF49-9602-DFE4-1995-3B8FDF1D8D2D}"/>
              </a:ext>
            </a:extLst>
          </p:cNvPr>
          <p:cNvSpPr/>
          <p:nvPr/>
        </p:nvSpPr>
        <p:spPr>
          <a:xfrm>
            <a:off x="10331450" y="6324600"/>
            <a:ext cx="5562600" cy="3200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en-US" sz="3200" b="1" dirty="0">
                <a:solidFill>
                  <a:srgbClr val="169C71"/>
                </a:solidFill>
                <a:latin typeface="Baskerville Old Face" panose="02020602080505020303" pitchFamily="18" charset="0"/>
              </a:rPr>
              <a:t>DONE BY :</a:t>
            </a:r>
            <a:endParaRPr lang="en-US" sz="4400" b="1" dirty="0">
              <a:solidFill>
                <a:srgbClr val="169C71"/>
              </a:solidFill>
              <a:latin typeface="Baskerville Old Face" panose="02020602080505020303" pitchFamily="18" charset="0"/>
              <a:cs typeface="Akhbar MT" pitchFamily="2" charset="-78"/>
            </a:endParaRPr>
          </a:p>
          <a:p>
            <a:pPr marL="571500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YE" sz="2400" b="1" dirty="0">
                <a:latin typeface="Cairo ExtraBold" pitchFamily="2" charset="-78"/>
                <a:cs typeface="Cairo ExtraBold" pitchFamily="2" charset="-78"/>
              </a:rPr>
              <a:t>معاذ خالد </a:t>
            </a:r>
            <a:r>
              <a:rPr lang="ar-YE" sz="2400" b="1" dirty="0">
                <a:latin typeface="Cairo ExtraBold" pitchFamily="2" charset="-78"/>
                <a:cs typeface="Cairo ExtraBold" pitchFamily="2" charset="-78"/>
              </a:rPr>
              <a:t>الحزي</a:t>
            </a:r>
            <a:endParaRPr lang="ar-YE" sz="2400" b="1" dirty="0">
              <a:latin typeface="Cairo ExtraBold" pitchFamily="2" charset="-78"/>
              <a:cs typeface="Cairo ExtraBold" pitchFamily="2" charset="-78"/>
            </a:endParaRPr>
          </a:p>
          <a:p>
            <a:pPr marL="571500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YE" sz="2400" b="1" dirty="0">
                <a:latin typeface="Cairo ExtraBold" pitchFamily="2" charset="-78"/>
                <a:cs typeface="Cairo ExtraBold" pitchFamily="2" charset="-78"/>
              </a:rPr>
              <a:t>عبد العزيز فضل </a:t>
            </a:r>
            <a:r>
              <a:rPr lang="ar-YE" sz="2400" b="1" dirty="0">
                <a:latin typeface="Cairo ExtraBold" pitchFamily="2" charset="-78"/>
                <a:cs typeface="Cairo ExtraBold" pitchFamily="2" charset="-78"/>
              </a:rPr>
              <a:t>منشلين</a:t>
            </a:r>
            <a:r>
              <a:rPr lang="ar-YE" sz="2400" b="1" dirty="0">
                <a:latin typeface="Cairo ExtraBold" pitchFamily="2" charset="-78"/>
                <a:cs typeface="Cairo ExtraBold" pitchFamily="2" charset="-78"/>
              </a:rPr>
              <a:t> </a:t>
            </a:r>
          </a:p>
          <a:p>
            <a:pPr marL="571500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YE" sz="2400" b="1" dirty="0">
                <a:latin typeface="Cairo ExtraBold" pitchFamily="2" charset="-78"/>
                <a:cs typeface="Cairo ExtraBold" pitchFamily="2" charset="-78"/>
              </a:rPr>
              <a:t>يوسف محمد عاصم </a:t>
            </a:r>
          </a:p>
          <a:p>
            <a:pPr marL="571500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YE" sz="2400" b="1" dirty="0">
                <a:latin typeface="Cairo ExtraBold" pitchFamily="2" charset="-78"/>
                <a:cs typeface="Cairo ExtraBold" pitchFamily="2" charset="-78"/>
              </a:rPr>
              <a:t>وسام محمد </a:t>
            </a:r>
            <a:r>
              <a:rPr lang="ar-YE" sz="2400" b="1" dirty="0">
                <a:latin typeface="Cairo ExtraBold" pitchFamily="2" charset="-78"/>
                <a:cs typeface="Cairo ExtraBold" pitchFamily="2" charset="-78"/>
              </a:rPr>
              <a:t>الغويدي</a:t>
            </a:r>
            <a:endParaRPr lang="en-US" sz="2400" b="1" dirty="0">
              <a:latin typeface="Cairo ExtraBold" pitchFamily="2" charset="-78"/>
              <a:cs typeface="Cairo ExtraBold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BEDF49-9602-DFE4-1995-3B8FDF1D8D2D}"/>
              </a:ext>
            </a:extLst>
          </p:cNvPr>
          <p:cNvSpPr/>
          <p:nvPr/>
        </p:nvSpPr>
        <p:spPr>
          <a:xfrm>
            <a:off x="1187450" y="6324600"/>
            <a:ext cx="5562600" cy="1600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en-US" sz="3200" b="1" dirty="0" smtClean="0">
                <a:solidFill>
                  <a:srgbClr val="169C71"/>
                </a:solidFill>
                <a:latin typeface="Baskerville Old Face" panose="02020602080505020303" pitchFamily="18" charset="0"/>
              </a:rPr>
              <a:t>SUPERVISOR</a:t>
            </a:r>
            <a:r>
              <a:rPr lang="en-US" sz="3200" b="1" dirty="0" smtClean="0">
                <a:solidFill>
                  <a:srgbClr val="5DCD8A"/>
                </a:solidFill>
                <a:latin typeface="Baskerville Old Face" panose="02020602080505020303" pitchFamily="18" charset="0"/>
              </a:rPr>
              <a:t>:</a:t>
            </a:r>
            <a:endParaRPr lang="en-US" sz="4400" b="1" dirty="0">
              <a:solidFill>
                <a:srgbClr val="5DCD8A"/>
              </a:solidFill>
              <a:latin typeface="Baskerville Old Face" panose="02020602080505020303" pitchFamily="18" charset="0"/>
              <a:cs typeface="Akhbar MT" pitchFamily="2" charset="-78"/>
            </a:endParaRPr>
          </a:p>
          <a:p>
            <a:pPr marL="571500" indent="-5715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YE" sz="2400" b="1" dirty="0" smtClean="0">
                <a:latin typeface="Cairo ExtraBold" pitchFamily="2" charset="-78"/>
                <a:cs typeface="Cairo ExtraBold" pitchFamily="2" charset="-78"/>
              </a:rPr>
              <a:t>د. هشام عقلان</a:t>
            </a:r>
            <a:endParaRPr lang="en-US" sz="2400" b="1" dirty="0">
              <a:latin typeface="Cairo ExtraBold" pitchFamily="2" charset="-78"/>
              <a:cs typeface="Cairo ExtraBold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65</Words>
  <Application>Microsoft Office PowerPoint</Application>
  <PresentationFormat>Custom</PresentationFormat>
  <Paragraphs>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Cairo ExtraBold</vt:lpstr>
      <vt:lpstr>Akhbar MT</vt:lpstr>
      <vt:lpstr>Baskerville Old Face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الأتمتة_الذكية_للسيادة_السيبرانية.pdf</dc:title>
  <dc:creator>Cyber-Shield</dc:creator>
  <cp:lastModifiedBy>Moaz Al-Hazi</cp:lastModifiedBy>
  <cp:revision>10</cp:revision>
  <dcterms:created xsi:type="dcterms:W3CDTF">2006-08-16T00:00:00Z</dcterms:created>
  <dcterms:modified xsi:type="dcterms:W3CDTF">2025-12-09T00:09:20Z</dcterms:modified>
  <dc:identifier>DAG682896nk</dc:identifier>
</cp:coreProperties>
</file>